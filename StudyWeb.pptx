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PROJECT INTRODUCTION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1">
                <a:solidFill>
                  <a:srgbClr val="F8FAFC"/>
                </a:solidFill>
                <a:latin typeface="Helvetica Neue"/>
              </a:rPr>
              <a:t>StudyWeb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2011680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F8FAFC"/>
                </a:solidFill>
                <a:latin typeface="Helvetica Neue"/>
              </a:rPr>
              <a:t>A notes hub built for IGCSE &amp; IB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Helvetica Neue"/>
              </a:rPr>
              <a:t>Tech stack · Implementation · What sets it apart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enlo"/>
              </a:rPr>
              <a:t>Next.js 16   ·   React 19   ·   TypeScript 5   ·   Tailwind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Helvetica Neue"/>
              </a:rPr>
              <a:t>What is StudyWeb?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Helvetica Neue"/>
              </a:rPr>
              <a:t>A lightweight web app where students browse, upload and discuss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Helvetica Neue"/>
              </a:rPr>
              <a:t>study notes organised by programme, section and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8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F8FAFC"/>
                </a:solidFill>
                <a:latin typeface="Helvetica Neue"/>
              </a:rPr>
              <a:t>Programme-aware</a:t>
            </a:r>
            <a:r>
              <a:rPr sz="1800">
                <a:solidFill>
                  <a:srgbClr val="94A3B8"/>
                </a:solidFill>
                <a:latin typeface="Helvetica Neue"/>
              </a:rPr>
              <a:t>  Built around real IGCSE and IB course structures.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8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F8FAFC"/>
                </a:solidFill>
                <a:latin typeface="Helvetica Neue"/>
              </a:rPr>
              <a:t>Three core modules</a:t>
            </a:r>
            <a:r>
              <a:rPr sz="1800">
                <a:solidFill>
                  <a:srgbClr val="94A3B8"/>
                </a:solidFill>
                <a:latin typeface="Helvetica Neue"/>
              </a:rPr>
              <a:t>  Public Sharing area · Private notes · Per-section Forum.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8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F8FAFC"/>
                </a:solidFill>
                <a:latin typeface="Helvetica Neue"/>
              </a:rPr>
              <a:t>Open to visitors</a:t>
            </a:r>
            <a:r>
              <a:rPr sz="1800">
                <a:solidFill>
                  <a:srgbClr val="94A3B8"/>
                </a:solidFill>
                <a:latin typeface="Helvetica Neue"/>
              </a:rPr>
              <a:t>  Read shared notes without signing up; sign in to contribute.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8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800" b="1">
                <a:solidFill>
                  <a:srgbClr val="F8FAFC"/>
                </a:solidFill>
                <a:latin typeface="Helvetica Neue"/>
              </a:rPr>
              <a:t>Clean URL design</a:t>
            </a:r>
            <a:r>
              <a:rPr sz="1800">
                <a:solidFill>
                  <a:srgbClr val="94A3B8"/>
                </a:solidFill>
                <a:latin typeface="Helvetica Neue"/>
              </a:rPr>
              <a:t>  /[program]/[section]/[subject] — predictable and shareable.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Helvetica Neue"/>
              </a:rPr>
              <a:t>StudyWeb · Notes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02 ·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Helvetica Neue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Helvetica Neue"/>
              </a:rPr>
              <a:t>A modern full-stack TypeScript app — under a dozen runtime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00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Next.js 16.2.1  ·  App Router + RSC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24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900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React 19  ·  Tailwind CSS v4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95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TypeScript 5  ·  ESLint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118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307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95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jose JWT  ·  bcryptjs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next-themes  ·  light + dark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6177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736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Helvetica Neue"/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017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Helvetica Neue"/>
              </a:rPr>
              <a:t>Local JSON + flat file dir  ·  no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Helvetica Neue"/>
              </a:rPr>
              <a:t>StudyWeb · Notes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03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Helvetica Neue"/>
              </a:rPr>
              <a:t>How it's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366F1"/>
                </a:solidFill>
                <a:latin typeface="Helvetica Neue"/>
              </a:rPr>
              <a:t>HOW THE PAGES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8FAFC"/>
                </a:solidFill>
                <a:latin typeface="Helvetica Neue"/>
              </a:rPr>
              <a:t>Cook on the server, ship a ready meal.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Pages are rendered on the server — you get HTML, not a loading spinner.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Each page grabs its own data; no extra trips back to the backend.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Folder names map straight to URLs — easy to add a new subject.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A single gatekeeper checks every request before it gets in.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8B5CF6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Core logic lives in one place, so storage can be swapped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Helvetica Neue"/>
              </a:rPr>
              <a:t>HOW DATA STAYS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8FAFC"/>
                </a:solidFill>
                <a:latin typeface="Helvetica Neue"/>
              </a:rPr>
              <a:t>No database, no half-saved files, no leaks.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175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D946EF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Notes live in plain JSON files — back up by zipping one folder.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D946EF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Saves write to a temp file first, so a crash never breaks data.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D946EF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Saves run one at a time, so users can't overwrite each other.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D946EF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Passwords are scrambled; login tokens are signed and tamper-proof.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D946EF"/>
                </a:solidFill>
                <a:latin typeface="Helvetica Neue"/>
              </a:rPr>
              <a:t>■  </a:t>
            </a:r>
            <a:r>
              <a:rPr sz="1300">
                <a:solidFill>
                  <a:srgbClr val="F8FAFC"/>
                </a:solidFill>
                <a:latin typeface="Helvetica Neue"/>
              </a:rPr>
              <a:t>Uploaded filenames are cleaned to block path-tricks.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Helvetica Neue"/>
              </a:rPr>
              <a:t>StudyWeb · Notes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Helvetica Neue"/>
              </a:rPr>
              <a:t>How it compares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Helvetica Neue"/>
              </a:rPr>
              <a:t>Against the tools students currently mix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328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423160"/>
            <a:ext cx="2286000" cy="502920"/>
          </a:xfrm>
          <a:prstGeom prst="rect">
            <a:avLst/>
          </a:prstGeom>
          <a:solidFill>
            <a:srgbClr val="6366F1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3288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StudyWeb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423160"/>
            <a:ext cx="27432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328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Google Classroom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423160"/>
            <a:ext cx="265176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5328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Wenku / CSDN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26080"/>
            <a:ext cx="36576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44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Course-structured navigation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926080"/>
            <a:ext cx="22860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449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926080"/>
            <a:ext cx="27432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44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Class-based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926080"/>
            <a:ext cx="265176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0449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29000"/>
            <a:ext cx="36576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4787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Public + private per 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429000"/>
            <a:ext cx="22860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54787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429000"/>
            <a:ext cx="27432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547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429000"/>
            <a:ext cx="265176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3547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36576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507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One-click copy as snapshot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931920"/>
            <a:ext cx="22860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05079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931920"/>
            <a:ext cx="27432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050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3931920"/>
            <a:ext cx="265176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050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34840"/>
            <a:ext cx="36576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55371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Subject forum + note citing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434840"/>
            <a:ext cx="22860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55371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434840"/>
            <a:ext cx="27432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5537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8FAFC"/>
                </a:solidFill>
                <a:latin typeface="Helvetica Neue"/>
              </a:rP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4434840"/>
            <a:ext cx="265176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45537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Comments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937760"/>
            <a:ext cx="36576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05663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Self-hosted, data you 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937760"/>
            <a:ext cx="22860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50566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937760"/>
            <a:ext cx="274320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50566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4937760"/>
            <a:ext cx="2651760" cy="502920"/>
          </a:xfrm>
          <a:prstGeom prst="rect">
            <a:avLst/>
          </a:prstGeom>
          <a:solidFill>
            <a:srgbClr val="161B2E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50566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40680"/>
            <a:ext cx="36576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5595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FAFC"/>
                </a:solidFill>
                <a:latin typeface="Helvetica Neue"/>
              </a:rPr>
              <a:t>Zero-DB deployment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5440680"/>
            <a:ext cx="22860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55595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Helvetica Neue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440680"/>
            <a:ext cx="274320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55595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35440" y="5440680"/>
            <a:ext cx="2651760" cy="502920"/>
          </a:xfrm>
          <a:prstGeom prst="rect">
            <a:avLst/>
          </a:prstGeom>
          <a:solidFill>
            <a:srgbClr val="101629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5595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Helvetica Neue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Helvetica Neue"/>
              </a:rPr>
              <a:t>StudyWeb · Notes Hub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D946E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Helvetica Neue"/>
              </a:rPr>
              <a:t>05 · WHY IT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8FAFC"/>
                </a:solidFill>
                <a:latin typeface="Helvetica Neue"/>
              </a:rPr>
              <a:t>Designed around the student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30551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3911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Browse without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3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No sign-up wall — visitors read every shared note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30551"/>
            <a:ext cx="164592" cy="164592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03911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Course is the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37743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Three clicks: IGCSE/IB → section → subject. No search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39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56431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6499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Public and private, one tap apart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1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Toggle any note between Sharing area and Private at any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0039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3456431"/>
            <a:ext cx="164592" cy="164592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36499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Save the good ones forever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0331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Copy a shared note into your private library as an independent snapshot.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7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782311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69087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Discuss right next to the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02919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Each section has a forum — quote notes or attach files in one composer.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52627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4782311"/>
            <a:ext cx="164592" cy="164592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69087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Polished little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02919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Drag-and-drop upload, instant validation, dark mode, mobile-ready.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52159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" y="6108191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601675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AFC"/>
                </a:solidFill>
                <a:latin typeface="Helvetica Neue"/>
              </a:rPr>
              <a:t>Quiet by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6355079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No ads, no notifications, no tracking — just your notes.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Helvetica Neue"/>
              </a:rPr>
              <a:t>StudyWeb · Notes 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Menlo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